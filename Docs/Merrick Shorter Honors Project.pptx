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41E14B-3A3D-4C40-A930-F67FA7AFBC19}" v="689" dt="2026-05-07T17:53:37.5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rrick Shorter" userId="977e99a41e00f348" providerId="LiveId" clId="{2735F2BF-8568-4E7F-A073-247D4A8823E0}"/>
    <pc:docChg chg="undo custSel addSld modSld">
      <pc:chgData name="Merrick Shorter" userId="977e99a41e00f348" providerId="LiveId" clId="{2735F2BF-8568-4E7F-A073-247D4A8823E0}" dt="2026-05-07T17:53:37.587" v="3536" actId="313"/>
      <pc:docMkLst>
        <pc:docMk/>
      </pc:docMkLst>
      <pc:sldChg chg="addSp delSp modSp mod setBg delDesignElem">
        <pc:chgData name="Merrick Shorter" userId="977e99a41e00f348" providerId="LiveId" clId="{2735F2BF-8568-4E7F-A073-247D4A8823E0}" dt="2026-05-06T22:33:39.904" v="3470" actId="1076"/>
        <pc:sldMkLst>
          <pc:docMk/>
          <pc:sldMk cId="309255649" sldId="256"/>
        </pc:sldMkLst>
        <pc:spChg chg="mod">
          <ac:chgData name="Merrick Shorter" userId="977e99a41e00f348" providerId="LiveId" clId="{2735F2BF-8568-4E7F-A073-247D4A8823E0}" dt="2026-05-06T19:42:58.721" v="3362" actId="1076"/>
          <ac:spMkLst>
            <pc:docMk/>
            <pc:sldMk cId="309255649" sldId="256"/>
            <ac:spMk id="2" creationId="{84EFDC2B-6A68-3ACC-BA39-65DB61E15BD5}"/>
          </ac:spMkLst>
        </pc:spChg>
        <pc:spChg chg="mod">
          <ac:chgData name="Merrick Shorter" userId="977e99a41e00f348" providerId="LiveId" clId="{2735F2BF-8568-4E7F-A073-247D4A8823E0}" dt="2026-05-06T19:42:54.260" v="3361" actId="1076"/>
          <ac:spMkLst>
            <pc:docMk/>
            <pc:sldMk cId="309255649" sldId="256"/>
            <ac:spMk id="3" creationId="{277B177D-F35E-81FD-7574-A0DBC1D9D752}"/>
          </ac:spMkLst>
        </pc:spChg>
        <pc:spChg chg="add mod ord">
          <ac:chgData name="Merrick Shorter" userId="977e99a41e00f348" providerId="LiveId" clId="{2735F2BF-8568-4E7F-A073-247D4A8823E0}" dt="2026-05-06T22:33:39.904" v="3470" actId="1076"/>
          <ac:spMkLst>
            <pc:docMk/>
            <pc:sldMk cId="309255649" sldId="256"/>
            <ac:spMk id="4" creationId="{37B363DA-B749-5078-E9E9-8FBC0F1CCAC2}"/>
          </ac:spMkLst>
        </pc:spChg>
        <pc:spChg chg="add del">
          <ac:chgData name="Merrick Shorter" userId="977e99a41e00f348" providerId="LiveId" clId="{2735F2BF-8568-4E7F-A073-247D4A8823E0}" dt="2026-05-06T15:16:13.130" v="2653"/>
          <ac:spMkLst>
            <pc:docMk/>
            <pc:sldMk cId="309255649" sldId="256"/>
            <ac:spMk id="27" creationId="{3677BAFB-3BD3-41BB-9107-FAE224AE21C4}"/>
          </ac:spMkLst>
        </pc:spChg>
        <pc:spChg chg="del">
          <ac:chgData name="Merrick Shorter" userId="977e99a41e00f348" providerId="LiveId" clId="{2735F2BF-8568-4E7F-A073-247D4A8823E0}" dt="2026-05-06T15:16:13.130" v="2653"/>
          <ac:spMkLst>
            <pc:docMk/>
            <pc:sldMk cId="309255649" sldId="256"/>
            <ac:spMk id="29" creationId="{E6823A9B-C188-42D4-847C-3AD928DB145C}"/>
          </ac:spMkLst>
        </pc:spChg>
        <pc:spChg chg="add del">
          <ac:chgData name="Merrick Shorter" userId="977e99a41e00f348" providerId="LiveId" clId="{2735F2BF-8568-4E7F-A073-247D4A8823E0}" dt="2026-05-06T15:16:13.130" v="2653"/>
          <ac:spMkLst>
            <pc:docMk/>
            <pc:sldMk cId="309255649" sldId="256"/>
            <ac:spMk id="31" creationId="{34B557F3-1A0C-4749-A6DB-EAC082DF390B}"/>
          </ac:spMkLst>
        </pc:spChg>
        <pc:spChg chg="del">
          <ac:chgData name="Merrick Shorter" userId="977e99a41e00f348" providerId="LiveId" clId="{2735F2BF-8568-4E7F-A073-247D4A8823E0}" dt="2026-05-06T15:16:13.130" v="2653"/>
          <ac:spMkLst>
            <pc:docMk/>
            <pc:sldMk cId="309255649" sldId="256"/>
            <ac:spMk id="33" creationId="{55D55AA6-3751-494F-868A-DCEDC5CE82BF}"/>
          </ac:spMkLst>
        </pc:spChg>
        <pc:spChg chg="add del">
          <ac:chgData name="Merrick Shorter" userId="977e99a41e00f348" providerId="LiveId" clId="{2735F2BF-8568-4E7F-A073-247D4A8823E0}" dt="2026-05-06T15:16:13.130" v="2653"/>
          <ac:spMkLst>
            <pc:docMk/>
            <pc:sldMk cId="309255649" sldId="256"/>
            <ac:spMk id="35" creationId="{4D4C00DC-4DC6-4CD2-9E31-F17E6CEBC5A6}"/>
          </ac:spMkLst>
        </pc:spChg>
        <pc:spChg chg="del">
          <ac:chgData name="Merrick Shorter" userId="977e99a41e00f348" providerId="LiveId" clId="{2735F2BF-8568-4E7F-A073-247D4A8823E0}" dt="2026-05-06T15:16:13.130" v="2653"/>
          <ac:spMkLst>
            <pc:docMk/>
            <pc:sldMk cId="309255649" sldId="256"/>
            <ac:spMk id="37" creationId="{D82AB1B2-7970-42CF-8BF5-567C69E9FFFB}"/>
          </ac:spMkLst>
        </pc:spChg>
        <pc:spChg chg="add del">
          <ac:chgData name="Merrick Shorter" userId="977e99a41e00f348" providerId="LiveId" clId="{2735F2BF-8568-4E7F-A073-247D4A8823E0}" dt="2026-05-06T15:16:13.130" v="2653"/>
          <ac:spMkLst>
            <pc:docMk/>
            <pc:sldMk cId="309255649" sldId="256"/>
            <ac:spMk id="43" creationId="{C10FB9CA-E7FA-462C-B537-F1224ED1ACF4}"/>
          </ac:spMkLst>
        </pc:spChg>
        <pc:spChg chg="add del">
          <ac:chgData name="Merrick Shorter" userId="977e99a41e00f348" providerId="LiveId" clId="{2735F2BF-8568-4E7F-A073-247D4A8823E0}" dt="2026-05-06T15:16:13.130" v="2653"/>
          <ac:spMkLst>
            <pc:docMk/>
            <pc:sldMk cId="309255649" sldId="256"/>
            <ac:spMk id="45" creationId="{D8469AE7-A75B-4F37-850B-EF5974ABED2C}"/>
          </ac:spMkLst>
        </pc:spChg>
        <pc:grpChg chg="del">
          <ac:chgData name="Merrick Shorter" userId="977e99a41e00f348" providerId="LiveId" clId="{2735F2BF-8568-4E7F-A073-247D4A8823E0}" dt="2026-05-06T15:16:13.130" v="2653"/>
          <ac:grpSpMkLst>
            <pc:docMk/>
            <pc:sldMk cId="309255649" sldId="256"/>
            <ac:grpSpMk id="39" creationId="{66FB5A75-BDE2-4F12-A95B-C48788A7685C}"/>
          </ac:grpSpMkLst>
        </pc:grpChg>
        <pc:grpChg chg="del">
          <ac:chgData name="Merrick Shorter" userId="977e99a41e00f348" providerId="LiveId" clId="{2735F2BF-8568-4E7F-A073-247D4A8823E0}" dt="2026-05-06T15:16:13.130" v="2653"/>
          <ac:grpSpMkLst>
            <pc:docMk/>
            <pc:sldMk cId="309255649" sldId="256"/>
            <ac:grpSpMk id="47" creationId="{63301095-70B2-49AA-8DA9-A35629AD621C}"/>
          </ac:grpSpMkLst>
        </pc:grpChg>
        <pc:picChg chg="add del mod ord">
          <ac:chgData name="Merrick Shorter" userId="977e99a41e00f348" providerId="LiveId" clId="{2735F2BF-8568-4E7F-A073-247D4A8823E0}" dt="2026-05-06T15:16:06.355" v="2644" actId="478"/>
          <ac:picMkLst>
            <pc:docMk/>
            <pc:sldMk cId="309255649" sldId="256"/>
            <ac:picMk id="5" creationId="{9554E3A4-DCE3-3A94-6431-7ED7A3FACBE3}"/>
          </ac:picMkLst>
        </pc:picChg>
        <pc:picChg chg="add mod ord">
          <ac:chgData name="Merrick Shorter" userId="977e99a41e00f348" providerId="LiveId" clId="{2735F2BF-8568-4E7F-A073-247D4A8823E0}" dt="2026-05-06T19:42:42.337" v="3359" actId="1076"/>
          <ac:picMkLst>
            <pc:docMk/>
            <pc:sldMk cId="309255649" sldId="256"/>
            <ac:picMk id="6" creationId="{D071A7A9-A4DF-F658-5B1D-8B973E8F0D72}"/>
          </ac:picMkLst>
        </pc:picChg>
        <pc:picChg chg="add mod">
          <ac:chgData name="Merrick Shorter" userId="977e99a41e00f348" providerId="LiveId" clId="{2735F2BF-8568-4E7F-A073-247D4A8823E0}" dt="2026-05-06T15:22:40.073" v="2700" actId="1076"/>
          <ac:picMkLst>
            <pc:docMk/>
            <pc:sldMk cId="309255649" sldId="256"/>
            <ac:picMk id="8" creationId="{BBD47C1F-7917-F0F1-B545-631FAD0EF753}"/>
          </ac:picMkLst>
        </pc:picChg>
      </pc:sldChg>
      <pc:sldChg chg="addSp delSp modSp new mod modTransition setBg addAnim delAnim modAnim delDesignElem">
        <pc:chgData name="Merrick Shorter" userId="977e99a41e00f348" providerId="LiveId" clId="{2735F2BF-8568-4E7F-A073-247D4A8823E0}" dt="2026-05-07T17:53:37.587" v="3536" actId="313"/>
        <pc:sldMkLst>
          <pc:docMk/>
          <pc:sldMk cId="1030121677" sldId="257"/>
        </pc:sldMkLst>
        <pc:spChg chg="mod">
          <ac:chgData name="Merrick Shorter" userId="977e99a41e00f348" providerId="LiveId" clId="{2735F2BF-8568-4E7F-A073-247D4A8823E0}" dt="2026-05-06T15:50:39.506" v="3168" actId="2711"/>
          <ac:spMkLst>
            <pc:docMk/>
            <pc:sldMk cId="1030121677" sldId="257"/>
            <ac:spMk id="2" creationId="{A85CF577-4107-33FC-043D-016662A845E5}"/>
          </ac:spMkLst>
        </pc:spChg>
        <pc:spChg chg="mod">
          <ac:chgData name="Merrick Shorter" userId="977e99a41e00f348" providerId="LiveId" clId="{2735F2BF-8568-4E7F-A073-247D4A8823E0}" dt="2026-05-07T17:53:37.587" v="3536" actId="313"/>
          <ac:spMkLst>
            <pc:docMk/>
            <pc:sldMk cId="1030121677" sldId="257"/>
            <ac:spMk id="3" creationId="{B45A87F5-5A84-1D94-F9DA-18583235320B}"/>
          </ac:spMkLst>
        </pc:spChg>
        <pc:spChg chg="add del">
          <ac:chgData name="Merrick Shorter" userId="977e99a41e00f348" providerId="LiveId" clId="{2735F2BF-8568-4E7F-A073-247D4A8823E0}" dt="2026-05-06T15:16:13.130" v="2653"/>
          <ac:spMkLst>
            <pc:docMk/>
            <pc:sldMk cId="1030121677" sldId="257"/>
            <ac:spMk id="10" creationId="{2B97F24A-32CE-4C1C-A50D-3016B394DCFB}"/>
          </ac:spMkLst>
        </pc:spChg>
        <pc:spChg chg="add del">
          <ac:chgData name="Merrick Shorter" userId="977e99a41e00f348" providerId="LiveId" clId="{2735F2BF-8568-4E7F-A073-247D4A8823E0}" dt="2026-05-06T15:16:13.130" v="2653"/>
          <ac:spMkLst>
            <pc:docMk/>
            <pc:sldMk cId="1030121677" sldId="257"/>
            <ac:spMk id="12" creationId="{CD8B4F24-440B-49E9-B85D-733523DC064B}"/>
          </ac:spMkLst>
        </pc:spChg>
        <pc:picChg chg="add mod ord">
          <ac:chgData name="Merrick Shorter" userId="977e99a41e00f348" providerId="LiveId" clId="{2735F2BF-8568-4E7F-A073-247D4A8823E0}" dt="2026-05-06T15:23:21.136" v="2749" actId="29295"/>
          <ac:picMkLst>
            <pc:docMk/>
            <pc:sldMk cId="1030121677" sldId="257"/>
            <ac:picMk id="4" creationId="{10C9E514-4EBA-4EF7-BF60-4B04FE35F00D}"/>
          </ac:picMkLst>
        </pc:picChg>
        <pc:picChg chg="add mod">
          <ac:chgData name="Merrick Shorter" userId="977e99a41e00f348" providerId="LiveId" clId="{2735F2BF-8568-4E7F-A073-247D4A8823E0}" dt="2026-04-27T01:28:06.890" v="2200" actId="26606"/>
          <ac:picMkLst>
            <pc:docMk/>
            <pc:sldMk cId="1030121677" sldId="257"/>
            <ac:picMk id="5" creationId="{0841C372-54A0-1C7B-BEC1-2EBF42C456C5}"/>
          </ac:picMkLst>
        </pc:picChg>
      </pc:sldChg>
      <pc:sldChg chg="addSp delSp modSp new mod modTransition setBg addAnim delAnim modAnim delDesignElem">
        <pc:chgData name="Merrick Shorter" userId="977e99a41e00f348" providerId="LiveId" clId="{2735F2BF-8568-4E7F-A073-247D4A8823E0}" dt="2026-05-06T23:24:51.283" v="3471"/>
        <pc:sldMkLst>
          <pc:docMk/>
          <pc:sldMk cId="2223662458" sldId="258"/>
        </pc:sldMkLst>
        <pc:spChg chg="mod">
          <ac:chgData name="Merrick Shorter" userId="977e99a41e00f348" providerId="LiveId" clId="{2735F2BF-8568-4E7F-A073-247D4A8823E0}" dt="2026-05-06T15:50:49.446" v="3170" actId="2711"/>
          <ac:spMkLst>
            <pc:docMk/>
            <pc:sldMk cId="2223662458" sldId="258"/>
            <ac:spMk id="2" creationId="{429F3B06-F8B5-D861-BF3E-8EB66E3A59E1}"/>
          </ac:spMkLst>
        </pc:spChg>
        <pc:spChg chg="mod">
          <ac:chgData name="Merrick Shorter" userId="977e99a41e00f348" providerId="LiveId" clId="{2735F2BF-8568-4E7F-A073-247D4A8823E0}" dt="2026-05-06T19:43:41.414" v="3402" actId="20577"/>
          <ac:spMkLst>
            <pc:docMk/>
            <pc:sldMk cId="2223662458" sldId="258"/>
            <ac:spMk id="3" creationId="{BB314D0F-BC9D-3D09-9A7F-7F493F8696E9}"/>
          </ac:spMkLst>
        </pc:spChg>
        <pc:spChg chg="add del">
          <ac:chgData name="Merrick Shorter" userId="977e99a41e00f348" providerId="LiveId" clId="{2735F2BF-8568-4E7F-A073-247D4A8823E0}" dt="2026-05-06T15:16:13.130" v="2653"/>
          <ac:spMkLst>
            <pc:docMk/>
            <pc:sldMk cId="2223662458" sldId="258"/>
            <ac:spMk id="12" creationId="{2B97F24A-32CE-4C1C-A50D-3016B394DCFB}"/>
          </ac:spMkLst>
        </pc:spChg>
        <pc:spChg chg="add del">
          <ac:chgData name="Merrick Shorter" userId="977e99a41e00f348" providerId="LiveId" clId="{2735F2BF-8568-4E7F-A073-247D4A8823E0}" dt="2026-05-06T15:16:13.130" v="2653"/>
          <ac:spMkLst>
            <pc:docMk/>
            <pc:sldMk cId="2223662458" sldId="258"/>
            <ac:spMk id="14" creationId="{6357EC4F-235E-4222-A36F-C7878ACE37F2}"/>
          </ac:spMkLst>
        </pc:spChg>
        <pc:picChg chg="add mod ord">
          <ac:chgData name="Merrick Shorter" userId="977e99a41e00f348" providerId="LiveId" clId="{2735F2BF-8568-4E7F-A073-247D4A8823E0}" dt="2026-05-06T15:26:08.149" v="2794" actId="29295"/>
          <ac:picMkLst>
            <pc:docMk/>
            <pc:sldMk cId="2223662458" sldId="258"/>
            <ac:picMk id="5" creationId="{DA17B649-C663-37FD-DC14-F1F1ADDF832C}"/>
          </ac:picMkLst>
        </pc:picChg>
        <pc:picChg chg="add mod">
          <ac:chgData name="Merrick Shorter" userId="977e99a41e00f348" providerId="LiveId" clId="{2735F2BF-8568-4E7F-A073-247D4A8823E0}" dt="2026-04-27T01:28:28.438" v="2201" actId="26606"/>
          <ac:picMkLst>
            <pc:docMk/>
            <pc:sldMk cId="2223662458" sldId="258"/>
            <ac:picMk id="7" creationId="{DB5AA95E-D7EA-0F0E-5E09-89FCC009CFAB}"/>
          </ac:picMkLst>
        </pc:picChg>
      </pc:sldChg>
      <pc:sldChg chg="addSp delSp modSp new mod modTransition setBg addAnim delAnim modAnim delDesignElem">
        <pc:chgData name="Merrick Shorter" userId="977e99a41e00f348" providerId="LiveId" clId="{2735F2BF-8568-4E7F-A073-247D4A8823E0}" dt="2026-05-07T17:52:32.582" v="3506" actId="20577"/>
        <pc:sldMkLst>
          <pc:docMk/>
          <pc:sldMk cId="1741932607" sldId="259"/>
        </pc:sldMkLst>
        <pc:spChg chg="mod">
          <ac:chgData name="Merrick Shorter" userId="977e99a41e00f348" providerId="LiveId" clId="{2735F2BF-8568-4E7F-A073-247D4A8823E0}" dt="2026-05-06T15:50:59.244" v="3172" actId="2711"/>
          <ac:spMkLst>
            <pc:docMk/>
            <pc:sldMk cId="1741932607" sldId="259"/>
            <ac:spMk id="2" creationId="{7356BB0B-9F9B-CAC7-EC96-6CC3F919839E}"/>
          </ac:spMkLst>
        </pc:spChg>
        <pc:spChg chg="mod">
          <ac:chgData name="Merrick Shorter" userId="977e99a41e00f348" providerId="LiveId" clId="{2735F2BF-8568-4E7F-A073-247D4A8823E0}" dt="2026-05-07T17:52:32.582" v="3506" actId="20577"/>
          <ac:spMkLst>
            <pc:docMk/>
            <pc:sldMk cId="1741932607" sldId="259"/>
            <ac:spMk id="3" creationId="{2F5CF8DB-ED27-E820-C9ED-864759584357}"/>
          </ac:spMkLst>
        </pc:spChg>
        <pc:spChg chg="add del">
          <ac:chgData name="Merrick Shorter" userId="977e99a41e00f348" providerId="LiveId" clId="{2735F2BF-8568-4E7F-A073-247D4A8823E0}" dt="2026-05-06T15:16:13.130" v="2653"/>
          <ac:spMkLst>
            <pc:docMk/>
            <pc:sldMk cId="1741932607" sldId="259"/>
            <ac:spMk id="8" creationId="{777A147A-9ED8-46B4-8660-1B3C2AA880B5}"/>
          </ac:spMkLst>
        </pc:spChg>
        <pc:spChg chg="add del">
          <ac:chgData name="Merrick Shorter" userId="977e99a41e00f348" providerId="LiveId" clId="{2735F2BF-8568-4E7F-A073-247D4A8823E0}" dt="2026-05-06T15:16:13.130" v="2653"/>
          <ac:spMkLst>
            <pc:docMk/>
            <pc:sldMk cId="1741932607" sldId="259"/>
            <ac:spMk id="10" creationId="{5D6C15A0-C087-4593-8414-2B4EC1CDC3DE}"/>
          </ac:spMkLst>
        </pc:spChg>
        <pc:picChg chg="add mod ord">
          <ac:chgData name="Merrick Shorter" userId="977e99a41e00f348" providerId="LiveId" clId="{2735F2BF-8568-4E7F-A073-247D4A8823E0}" dt="2026-05-06T15:29:24.506" v="2853" actId="167"/>
          <ac:picMkLst>
            <pc:docMk/>
            <pc:sldMk cId="1741932607" sldId="259"/>
            <ac:picMk id="4" creationId="{CF0B5C6D-4586-C41B-AAA5-77DAA57D2B17}"/>
          </ac:picMkLst>
        </pc:picChg>
      </pc:sldChg>
      <pc:sldChg chg="addSp delSp modSp new mod addAnim delAnim modAnim">
        <pc:chgData name="Merrick Shorter" userId="977e99a41e00f348" providerId="LiveId" clId="{2735F2BF-8568-4E7F-A073-247D4A8823E0}" dt="2026-05-06T23:25:15.286" v="3472"/>
        <pc:sldMkLst>
          <pc:docMk/>
          <pc:sldMk cId="2175524956" sldId="260"/>
        </pc:sldMkLst>
        <pc:spChg chg="mod">
          <ac:chgData name="Merrick Shorter" userId="977e99a41e00f348" providerId="LiveId" clId="{2735F2BF-8568-4E7F-A073-247D4A8823E0}" dt="2026-05-06T15:51:13.952" v="3175" actId="2711"/>
          <ac:spMkLst>
            <pc:docMk/>
            <pc:sldMk cId="2175524956" sldId="260"/>
            <ac:spMk id="2" creationId="{99E9F921-24E8-308B-70A1-0EB8C751FB2E}"/>
          </ac:spMkLst>
        </pc:spChg>
        <pc:spChg chg="mod">
          <ac:chgData name="Merrick Shorter" userId="977e99a41e00f348" providerId="LiveId" clId="{2735F2BF-8568-4E7F-A073-247D4A8823E0}" dt="2026-05-06T15:51:10.038" v="3174" actId="2711"/>
          <ac:spMkLst>
            <pc:docMk/>
            <pc:sldMk cId="2175524956" sldId="260"/>
            <ac:spMk id="3" creationId="{C5436F87-FF86-4D1E-586C-042C9988DDE7}"/>
          </ac:spMkLst>
        </pc:spChg>
        <pc:picChg chg="add del mod">
          <ac:chgData name="Merrick Shorter" userId="977e99a41e00f348" providerId="LiveId" clId="{2735F2BF-8568-4E7F-A073-247D4A8823E0}" dt="2026-04-27T02:05:36.434" v="2337" actId="1076"/>
          <ac:picMkLst>
            <pc:docMk/>
            <pc:sldMk cId="2175524956" sldId="260"/>
            <ac:picMk id="5" creationId="{CFEB8D8F-B58A-13A4-E932-3BFBF4AA7C6B}"/>
          </ac:picMkLst>
        </pc:picChg>
        <pc:picChg chg="add del mod">
          <ac:chgData name="Merrick Shorter" userId="977e99a41e00f348" providerId="LiveId" clId="{2735F2BF-8568-4E7F-A073-247D4A8823E0}" dt="2026-05-06T15:29:52.594" v="2858" actId="478"/>
          <ac:picMkLst>
            <pc:docMk/>
            <pc:sldMk cId="2175524956" sldId="260"/>
            <ac:picMk id="6" creationId="{5C4817CF-3100-0B78-046D-A04612E9F6EB}"/>
          </ac:picMkLst>
        </pc:picChg>
        <pc:picChg chg="add del mod modCrop">
          <ac:chgData name="Merrick Shorter" userId="977e99a41e00f348" providerId="LiveId" clId="{2735F2BF-8568-4E7F-A073-247D4A8823E0}" dt="2026-05-06T15:36:22.455" v="3001" actId="1076"/>
          <ac:picMkLst>
            <pc:docMk/>
            <pc:sldMk cId="2175524956" sldId="260"/>
            <ac:picMk id="7" creationId="{D6746324-BB6E-600B-1BE1-0451E4C0DF2A}"/>
          </ac:picMkLst>
        </pc:picChg>
        <pc:picChg chg="add del mod">
          <ac:chgData name="Merrick Shorter" userId="977e99a41e00f348" providerId="LiveId" clId="{2735F2BF-8568-4E7F-A073-247D4A8823E0}" dt="2026-05-06T15:36:46.054" v="3006" actId="21"/>
          <ac:picMkLst>
            <pc:docMk/>
            <pc:sldMk cId="2175524956" sldId="260"/>
            <ac:picMk id="9" creationId="{90AB5843-69A4-B6CF-3469-F6045A4CDE23}"/>
          </ac:picMkLst>
        </pc:picChg>
        <pc:picChg chg="add mod ord">
          <ac:chgData name="Merrick Shorter" userId="977e99a41e00f348" providerId="LiveId" clId="{2735F2BF-8568-4E7F-A073-247D4A8823E0}" dt="2026-05-06T15:31:26.510" v="2938" actId="1076"/>
          <ac:picMkLst>
            <pc:docMk/>
            <pc:sldMk cId="2175524956" sldId="260"/>
            <ac:picMk id="10" creationId="{D3C3DDEE-5CE9-449D-E1EC-E84F7691A797}"/>
          </ac:picMkLst>
        </pc:picChg>
        <pc:picChg chg="add del mod">
          <ac:chgData name="Merrick Shorter" userId="977e99a41e00f348" providerId="LiveId" clId="{2735F2BF-8568-4E7F-A073-247D4A8823E0}" dt="2026-05-06T15:36:41.732" v="3004" actId="21"/>
          <ac:picMkLst>
            <pc:docMk/>
            <pc:sldMk cId="2175524956" sldId="260"/>
            <ac:picMk id="11" creationId="{A8D1D4A0-0DFE-72B2-6527-93E12AD980DA}"/>
          </ac:picMkLst>
        </pc:picChg>
        <pc:picChg chg="add mod">
          <ac:chgData name="Merrick Shorter" userId="977e99a41e00f348" providerId="LiveId" clId="{2735F2BF-8568-4E7F-A073-247D4A8823E0}" dt="2026-05-06T15:37:13.106" v="3012" actId="1076"/>
          <ac:picMkLst>
            <pc:docMk/>
            <pc:sldMk cId="2175524956" sldId="260"/>
            <ac:picMk id="13" creationId="{307F2905-445B-4963-1E77-AC66A7B329A9}"/>
          </ac:picMkLst>
        </pc:picChg>
      </pc:sldChg>
      <pc:sldChg chg="addSp delSp modSp new mod setBg addAnim delAnim modAnim delDesignElem">
        <pc:chgData name="Merrick Shorter" userId="977e99a41e00f348" providerId="LiveId" clId="{2735F2BF-8568-4E7F-A073-247D4A8823E0}" dt="2026-05-06T16:00:50.726" v="3272"/>
        <pc:sldMkLst>
          <pc:docMk/>
          <pc:sldMk cId="26026176" sldId="261"/>
        </pc:sldMkLst>
        <pc:spChg chg="mod">
          <ac:chgData name="Merrick Shorter" userId="977e99a41e00f348" providerId="LiveId" clId="{2735F2BF-8568-4E7F-A073-247D4A8823E0}" dt="2026-05-06T15:51:35.023" v="3184" actId="2711"/>
          <ac:spMkLst>
            <pc:docMk/>
            <pc:sldMk cId="26026176" sldId="261"/>
            <ac:spMk id="2" creationId="{D35B8737-BBFC-CCFF-D4BC-0C547869FFD1}"/>
          </ac:spMkLst>
        </pc:spChg>
        <pc:spChg chg="mod">
          <ac:chgData name="Merrick Shorter" userId="977e99a41e00f348" providerId="LiveId" clId="{2735F2BF-8568-4E7F-A073-247D4A8823E0}" dt="2026-05-06T15:51:40.098" v="3185" actId="2711"/>
          <ac:spMkLst>
            <pc:docMk/>
            <pc:sldMk cId="26026176" sldId="261"/>
            <ac:spMk id="3" creationId="{399F90AC-F3E2-1833-D806-309384606CC4}"/>
          </ac:spMkLst>
        </pc:spChg>
        <pc:spChg chg="add del">
          <ac:chgData name="Merrick Shorter" userId="977e99a41e00f348" providerId="LiveId" clId="{2735F2BF-8568-4E7F-A073-247D4A8823E0}" dt="2026-05-06T15:16:13.130" v="2653"/>
          <ac:spMkLst>
            <pc:docMk/>
            <pc:sldMk cId="26026176" sldId="261"/>
            <ac:spMk id="10" creationId="{2B97F24A-32CE-4C1C-A50D-3016B394DCFB}"/>
          </ac:spMkLst>
        </pc:spChg>
        <pc:spChg chg="add del">
          <ac:chgData name="Merrick Shorter" userId="977e99a41e00f348" providerId="LiveId" clId="{2735F2BF-8568-4E7F-A073-247D4A8823E0}" dt="2026-05-06T15:16:13.130" v="2653"/>
          <ac:spMkLst>
            <pc:docMk/>
            <pc:sldMk cId="26026176" sldId="261"/>
            <ac:spMk id="12" creationId="{CD8B4F24-440B-49E9-B85D-733523DC064B}"/>
          </ac:spMkLst>
        </pc:spChg>
        <pc:picChg chg="add mod">
          <ac:chgData name="Merrick Shorter" userId="977e99a41e00f348" providerId="LiveId" clId="{2735F2BF-8568-4E7F-A073-247D4A8823E0}" dt="2026-05-06T16:00:35.186" v="3269" actId="1076"/>
          <ac:picMkLst>
            <pc:docMk/>
            <pc:sldMk cId="26026176" sldId="261"/>
            <ac:picMk id="4" creationId="{B7942E01-54AA-05BC-68AC-493542C5C79E}"/>
          </ac:picMkLst>
        </pc:picChg>
        <pc:picChg chg="add mod">
          <ac:chgData name="Merrick Shorter" userId="977e99a41e00f348" providerId="LiveId" clId="{2735F2BF-8568-4E7F-A073-247D4A8823E0}" dt="2026-04-27T01:30:15.683" v="2216" actId="26606"/>
          <ac:picMkLst>
            <pc:docMk/>
            <pc:sldMk cId="26026176" sldId="261"/>
            <ac:picMk id="5" creationId="{0271BCCC-CC7A-F1D7-54FD-51B2FCFBD06D}"/>
          </ac:picMkLst>
        </pc:picChg>
        <pc:picChg chg="add mod ord">
          <ac:chgData name="Merrick Shorter" userId="977e99a41e00f348" providerId="LiveId" clId="{2735F2BF-8568-4E7F-A073-247D4A8823E0}" dt="2026-05-06T15:49:31.739" v="3156" actId="167"/>
          <ac:picMkLst>
            <pc:docMk/>
            <pc:sldMk cId="26026176" sldId="261"/>
            <ac:picMk id="6" creationId="{E503BDAE-709D-7876-C974-EB532C789834}"/>
          </ac:picMkLst>
        </pc:picChg>
      </pc:sldChg>
      <pc:sldChg chg="addSp delSp modSp new mod modTransition setBg delDesignElem">
        <pc:chgData name="Merrick Shorter" userId="977e99a41e00f348" providerId="LiveId" clId="{2735F2BF-8568-4E7F-A073-247D4A8823E0}" dt="2026-05-06T22:30:58.864" v="3460" actId="20577"/>
        <pc:sldMkLst>
          <pc:docMk/>
          <pc:sldMk cId="2239367132" sldId="262"/>
        </pc:sldMkLst>
        <pc:spChg chg="mod">
          <ac:chgData name="Merrick Shorter" userId="977e99a41e00f348" providerId="LiveId" clId="{2735F2BF-8568-4E7F-A073-247D4A8823E0}" dt="2026-05-06T15:51:46.858" v="3186" actId="2711"/>
          <ac:spMkLst>
            <pc:docMk/>
            <pc:sldMk cId="2239367132" sldId="262"/>
            <ac:spMk id="2" creationId="{8BD8A460-8859-2814-647C-92841B9ACA5F}"/>
          </ac:spMkLst>
        </pc:spChg>
        <pc:spChg chg="mod">
          <ac:chgData name="Merrick Shorter" userId="977e99a41e00f348" providerId="LiveId" clId="{2735F2BF-8568-4E7F-A073-247D4A8823E0}" dt="2026-05-06T22:30:58.864" v="3460" actId="20577"/>
          <ac:spMkLst>
            <pc:docMk/>
            <pc:sldMk cId="2239367132" sldId="262"/>
            <ac:spMk id="3" creationId="{BB91E47A-8CA7-749A-9438-26709F7DBF15}"/>
          </ac:spMkLst>
        </pc:spChg>
        <pc:spChg chg="add del">
          <ac:chgData name="Merrick Shorter" userId="977e99a41e00f348" providerId="LiveId" clId="{2735F2BF-8568-4E7F-A073-247D4A8823E0}" dt="2026-05-06T15:16:13.130" v="2653"/>
          <ac:spMkLst>
            <pc:docMk/>
            <pc:sldMk cId="2239367132" sldId="262"/>
            <ac:spMk id="7" creationId="{2B97F24A-32CE-4C1C-A50D-3016B394DCFB}"/>
          </ac:spMkLst>
        </pc:spChg>
        <pc:spChg chg="add del">
          <ac:chgData name="Merrick Shorter" userId="977e99a41e00f348" providerId="LiveId" clId="{2735F2BF-8568-4E7F-A073-247D4A8823E0}" dt="2026-05-06T15:16:13.130" v="2653"/>
          <ac:spMkLst>
            <pc:docMk/>
            <pc:sldMk cId="2239367132" sldId="262"/>
            <ac:spMk id="8" creationId="{CD8B4F24-440B-49E9-B85D-733523DC064B}"/>
          </ac:spMkLst>
        </pc:spChg>
        <pc:picChg chg="add mod ord">
          <ac:chgData name="Merrick Shorter" userId="977e99a41e00f348" providerId="LiveId" clId="{2735F2BF-8568-4E7F-A073-247D4A8823E0}" dt="2026-05-06T15:49:37.086" v="3158" actId="167"/>
          <ac:picMkLst>
            <pc:docMk/>
            <pc:sldMk cId="2239367132" sldId="262"/>
            <ac:picMk id="4" creationId="{21ABCD5D-06EE-AF85-1E0B-F64C2D7793DB}"/>
          </ac:picMkLst>
        </pc:picChg>
        <pc:picChg chg="add mod">
          <ac:chgData name="Merrick Shorter" userId="977e99a41e00f348" providerId="LiveId" clId="{2735F2BF-8568-4E7F-A073-247D4A8823E0}" dt="2026-04-27T01:55:17.720" v="2290" actId="26606"/>
          <ac:picMkLst>
            <pc:docMk/>
            <pc:sldMk cId="2239367132" sldId="262"/>
            <ac:picMk id="5" creationId="{ADB11A29-0437-1160-D6FA-3F1F74732D0B}"/>
          </ac:picMkLst>
        </pc:picChg>
      </pc:sldChg>
      <pc:sldChg chg="addSp modSp new mod modAnim">
        <pc:chgData name="Merrick Shorter" userId="977e99a41e00f348" providerId="LiveId" clId="{2735F2BF-8568-4E7F-A073-247D4A8823E0}" dt="2026-05-06T15:52:00.458" v="3189" actId="2711"/>
        <pc:sldMkLst>
          <pc:docMk/>
          <pc:sldMk cId="3456359206" sldId="263"/>
        </pc:sldMkLst>
        <pc:spChg chg="mod">
          <ac:chgData name="Merrick Shorter" userId="977e99a41e00f348" providerId="LiveId" clId="{2735F2BF-8568-4E7F-A073-247D4A8823E0}" dt="2026-05-06T15:51:56.320" v="3188" actId="2711"/>
          <ac:spMkLst>
            <pc:docMk/>
            <pc:sldMk cId="3456359206" sldId="263"/>
            <ac:spMk id="2" creationId="{245CCB7A-0AD5-544F-4A33-858AA580C4C0}"/>
          </ac:spMkLst>
        </pc:spChg>
        <pc:spChg chg="mod">
          <ac:chgData name="Merrick Shorter" userId="977e99a41e00f348" providerId="LiveId" clId="{2735F2BF-8568-4E7F-A073-247D4A8823E0}" dt="2026-05-06T15:52:00.458" v="3189" actId="2711"/>
          <ac:spMkLst>
            <pc:docMk/>
            <pc:sldMk cId="3456359206" sldId="263"/>
            <ac:spMk id="3" creationId="{1466C24B-4A56-125D-8432-F3AF3B51EBF2}"/>
          </ac:spMkLst>
        </pc:spChg>
        <pc:picChg chg="add mod ord">
          <ac:chgData name="Merrick Shorter" userId="977e99a41e00f348" providerId="LiveId" clId="{2735F2BF-8568-4E7F-A073-247D4A8823E0}" dt="2026-05-06T15:50:07.963" v="3160" actId="167"/>
          <ac:picMkLst>
            <pc:docMk/>
            <pc:sldMk cId="3456359206" sldId="263"/>
            <ac:picMk id="4" creationId="{72DD9B00-C6A5-18BD-9D44-29484654119E}"/>
          </ac:picMkLst>
        </pc:picChg>
        <pc:picChg chg="add mod">
          <ac:chgData name="Merrick Shorter" userId="977e99a41e00f348" providerId="LiveId" clId="{2735F2BF-8568-4E7F-A073-247D4A8823E0}" dt="2026-05-06T15:47:03.766" v="3133" actId="1076"/>
          <ac:picMkLst>
            <pc:docMk/>
            <pc:sldMk cId="3456359206" sldId="263"/>
            <ac:picMk id="5" creationId="{73CF0A8F-0B03-137A-1C62-822CC1B35BA3}"/>
          </ac:picMkLst>
        </pc:picChg>
      </pc:sldChg>
      <pc:sldChg chg="addSp delSp modSp new mod modTransition setBg delDesignElem">
        <pc:chgData name="Merrick Shorter" userId="977e99a41e00f348" providerId="LiveId" clId="{2735F2BF-8568-4E7F-A073-247D4A8823E0}" dt="2026-05-06T22:30:48.012" v="3459" actId="20577"/>
        <pc:sldMkLst>
          <pc:docMk/>
          <pc:sldMk cId="1146399663" sldId="264"/>
        </pc:sldMkLst>
        <pc:spChg chg="mod">
          <ac:chgData name="Merrick Shorter" userId="977e99a41e00f348" providerId="LiveId" clId="{2735F2BF-8568-4E7F-A073-247D4A8823E0}" dt="2026-04-27T01:55:00.053" v="2289" actId="26606"/>
          <ac:spMkLst>
            <pc:docMk/>
            <pc:sldMk cId="1146399663" sldId="264"/>
            <ac:spMk id="2" creationId="{ACC17E5F-567E-5D0E-36D1-3E64AA3A5066}"/>
          </ac:spMkLst>
        </pc:spChg>
        <pc:spChg chg="mod">
          <ac:chgData name="Merrick Shorter" userId="977e99a41e00f348" providerId="LiveId" clId="{2735F2BF-8568-4E7F-A073-247D4A8823E0}" dt="2026-05-06T22:30:48.012" v="3459" actId="20577"/>
          <ac:spMkLst>
            <pc:docMk/>
            <pc:sldMk cId="1146399663" sldId="264"/>
            <ac:spMk id="3" creationId="{7AD9CE41-FFC3-54C8-D6E6-2E7A965967F0}"/>
          </ac:spMkLst>
        </pc:spChg>
        <pc:spChg chg="add mod">
          <ac:chgData name="Merrick Shorter" userId="977e99a41e00f348" providerId="LiveId" clId="{2735F2BF-8568-4E7F-A073-247D4A8823E0}" dt="2026-05-06T15:52:13.971" v="3191" actId="2711"/>
          <ac:spMkLst>
            <pc:docMk/>
            <pc:sldMk cId="1146399663" sldId="264"/>
            <ac:spMk id="4" creationId="{9F1611E9-A957-EE9B-6710-FD76847CE3DA}"/>
          </ac:spMkLst>
        </pc:spChg>
        <pc:spChg chg="add del">
          <ac:chgData name="Merrick Shorter" userId="977e99a41e00f348" providerId="LiveId" clId="{2735F2BF-8568-4E7F-A073-247D4A8823E0}" dt="2026-05-06T15:16:13.130" v="2653"/>
          <ac:spMkLst>
            <pc:docMk/>
            <pc:sldMk cId="1146399663" sldId="264"/>
            <ac:spMk id="7" creationId="{2B97F24A-32CE-4C1C-A50D-3016B394DCFB}"/>
          </ac:spMkLst>
        </pc:spChg>
        <pc:spChg chg="add del">
          <ac:chgData name="Merrick Shorter" userId="977e99a41e00f348" providerId="LiveId" clId="{2735F2BF-8568-4E7F-A073-247D4A8823E0}" dt="2026-05-06T15:16:13.130" v="2653"/>
          <ac:spMkLst>
            <pc:docMk/>
            <pc:sldMk cId="1146399663" sldId="264"/>
            <ac:spMk id="8" creationId="{CD8B4F24-440B-49E9-B85D-733523DC064B}"/>
          </ac:spMkLst>
        </pc:spChg>
        <pc:picChg chg="add mod">
          <ac:chgData name="Merrick Shorter" userId="977e99a41e00f348" providerId="LiveId" clId="{2735F2BF-8568-4E7F-A073-247D4A8823E0}" dt="2026-04-27T01:55:00.053" v="2289" actId="26606"/>
          <ac:picMkLst>
            <pc:docMk/>
            <pc:sldMk cId="1146399663" sldId="264"/>
            <ac:picMk id="5" creationId="{24F3FA22-0D63-0A0B-E0EC-FF5761BAB162}"/>
          </ac:picMkLst>
        </pc:picChg>
        <pc:picChg chg="add mod ord">
          <ac:chgData name="Merrick Shorter" userId="977e99a41e00f348" providerId="LiveId" clId="{2735F2BF-8568-4E7F-A073-247D4A8823E0}" dt="2026-05-06T15:50:13.942" v="3163" actId="167"/>
          <ac:picMkLst>
            <pc:docMk/>
            <pc:sldMk cId="1146399663" sldId="264"/>
            <ac:picMk id="6" creationId="{359DDC82-0242-ACA5-46B5-E13E2955F26B}"/>
          </ac:picMkLst>
        </pc:picChg>
      </pc:sldChg>
      <pc:sldChg chg="addSp delSp modSp new mod modTransition setBg delDesignElem">
        <pc:chgData name="Merrick Shorter" userId="977e99a41e00f348" providerId="LiveId" clId="{2735F2BF-8568-4E7F-A073-247D4A8823E0}" dt="2026-05-06T16:03:00.193" v="3278"/>
        <pc:sldMkLst>
          <pc:docMk/>
          <pc:sldMk cId="2183377603" sldId="265"/>
        </pc:sldMkLst>
        <pc:spChg chg="mod">
          <ac:chgData name="Merrick Shorter" userId="977e99a41e00f348" providerId="LiveId" clId="{2735F2BF-8568-4E7F-A073-247D4A8823E0}" dt="2026-04-27T02:05:17.392" v="2333" actId="26606"/>
          <ac:spMkLst>
            <pc:docMk/>
            <pc:sldMk cId="2183377603" sldId="265"/>
            <ac:spMk id="2" creationId="{2B4ADFFA-F174-618E-3B21-2117BAB5F066}"/>
          </ac:spMkLst>
        </pc:spChg>
        <pc:spChg chg="add del">
          <ac:chgData name="Merrick Shorter" userId="977e99a41e00f348" providerId="LiveId" clId="{2735F2BF-8568-4E7F-A073-247D4A8823E0}" dt="2026-05-06T15:16:13.130" v="2653"/>
          <ac:spMkLst>
            <pc:docMk/>
            <pc:sldMk cId="2183377603" sldId="265"/>
            <ac:spMk id="5" creationId="{3677BAFB-3BD3-41BB-9107-FAE224AE21C4}"/>
          </ac:spMkLst>
        </pc:spChg>
        <pc:spChg chg="add del">
          <ac:chgData name="Merrick Shorter" userId="977e99a41e00f348" providerId="LiveId" clId="{2735F2BF-8568-4E7F-A073-247D4A8823E0}" dt="2026-05-06T15:16:13.130" v="2653"/>
          <ac:spMkLst>
            <pc:docMk/>
            <pc:sldMk cId="2183377603" sldId="265"/>
            <ac:spMk id="6" creationId="{E6823A9B-C188-42D4-847C-3AD928DB145C}"/>
          </ac:spMkLst>
        </pc:spChg>
        <pc:spChg chg="add del">
          <ac:chgData name="Merrick Shorter" userId="977e99a41e00f348" providerId="LiveId" clId="{2735F2BF-8568-4E7F-A073-247D4A8823E0}" dt="2026-05-06T15:16:13.130" v="2653"/>
          <ac:spMkLst>
            <pc:docMk/>
            <pc:sldMk cId="2183377603" sldId="265"/>
            <ac:spMk id="7" creationId="{34B557F3-1A0C-4749-A6DB-EAC082DF390B}"/>
          </ac:spMkLst>
        </pc:spChg>
        <pc:spChg chg="add del">
          <ac:chgData name="Merrick Shorter" userId="977e99a41e00f348" providerId="LiveId" clId="{2735F2BF-8568-4E7F-A073-247D4A8823E0}" dt="2026-05-06T15:16:13.130" v="2653"/>
          <ac:spMkLst>
            <pc:docMk/>
            <pc:sldMk cId="2183377603" sldId="265"/>
            <ac:spMk id="14" creationId="{55D55AA6-3751-494F-868A-DCEDC5CE82BF}"/>
          </ac:spMkLst>
        </pc:spChg>
        <pc:spChg chg="add del">
          <ac:chgData name="Merrick Shorter" userId="977e99a41e00f348" providerId="LiveId" clId="{2735F2BF-8568-4E7F-A073-247D4A8823E0}" dt="2026-05-06T15:16:13.130" v="2653"/>
          <ac:spMkLst>
            <pc:docMk/>
            <pc:sldMk cId="2183377603" sldId="265"/>
            <ac:spMk id="16" creationId="{4D4C00DC-4DC6-4CD2-9E31-F17E6CEBC5A6}"/>
          </ac:spMkLst>
        </pc:spChg>
        <pc:spChg chg="add del">
          <ac:chgData name="Merrick Shorter" userId="977e99a41e00f348" providerId="LiveId" clId="{2735F2BF-8568-4E7F-A073-247D4A8823E0}" dt="2026-05-06T15:16:13.130" v="2653"/>
          <ac:spMkLst>
            <pc:docMk/>
            <pc:sldMk cId="2183377603" sldId="265"/>
            <ac:spMk id="18" creationId="{D82AB1B2-7970-42CF-8BF5-567C69E9FFFB}"/>
          </ac:spMkLst>
        </pc:spChg>
        <pc:spChg chg="add del">
          <ac:chgData name="Merrick Shorter" userId="977e99a41e00f348" providerId="LiveId" clId="{2735F2BF-8568-4E7F-A073-247D4A8823E0}" dt="2026-05-06T15:16:13.130" v="2653"/>
          <ac:spMkLst>
            <pc:docMk/>
            <pc:sldMk cId="2183377603" sldId="265"/>
            <ac:spMk id="24" creationId="{C10FB9CA-E7FA-462C-B537-F1224ED1ACF4}"/>
          </ac:spMkLst>
        </pc:spChg>
        <pc:spChg chg="add del">
          <ac:chgData name="Merrick Shorter" userId="977e99a41e00f348" providerId="LiveId" clId="{2735F2BF-8568-4E7F-A073-247D4A8823E0}" dt="2026-05-06T15:16:13.130" v="2653"/>
          <ac:spMkLst>
            <pc:docMk/>
            <pc:sldMk cId="2183377603" sldId="265"/>
            <ac:spMk id="26" creationId="{D8469AE7-A75B-4F37-850B-EF5974ABED2C}"/>
          </ac:spMkLst>
        </pc:spChg>
        <pc:grpChg chg="del">
          <ac:chgData name="Merrick Shorter" userId="977e99a41e00f348" providerId="LiveId" clId="{2735F2BF-8568-4E7F-A073-247D4A8823E0}" dt="2026-05-06T15:16:13.130" v="2653"/>
          <ac:grpSpMkLst>
            <pc:docMk/>
            <pc:sldMk cId="2183377603" sldId="265"/>
            <ac:grpSpMk id="20" creationId="{66FB5A75-BDE2-4F12-A95B-C48788A7685C}"/>
          </ac:grpSpMkLst>
        </pc:grpChg>
        <pc:grpChg chg="del">
          <ac:chgData name="Merrick Shorter" userId="977e99a41e00f348" providerId="LiveId" clId="{2735F2BF-8568-4E7F-A073-247D4A8823E0}" dt="2026-05-06T15:16:13.130" v="2653"/>
          <ac:grpSpMkLst>
            <pc:docMk/>
            <pc:sldMk cId="2183377603" sldId="265"/>
            <ac:grpSpMk id="28" creationId="{63301095-70B2-49AA-8DA9-A35629AD621C}"/>
          </ac:grpSpMkLst>
        </pc:grpChg>
        <pc:picChg chg="add mod">
          <ac:chgData name="Merrick Shorter" userId="977e99a41e00f348" providerId="LiveId" clId="{2735F2BF-8568-4E7F-A073-247D4A8823E0}" dt="2026-05-06T15:50:09.852" v="3161"/>
          <ac:picMkLst>
            <pc:docMk/>
            <pc:sldMk cId="2183377603" sldId="265"/>
            <ac:picMk id="3" creationId="{AAA60B28-1074-7CD6-A57C-1E8C075850B1}"/>
          </ac:picMkLst>
        </pc:picChg>
      </pc:sldChg>
      <pc:sldChg chg="addSp modSp new mod modTransition addAnim delAnim modAnim">
        <pc:chgData name="Merrick Shorter" userId="977e99a41e00f348" providerId="LiveId" clId="{2735F2BF-8568-4E7F-A073-247D4A8823E0}" dt="2026-05-06T23:25:59.517" v="3473"/>
        <pc:sldMkLst>
          <pc:docMk/>
          <pc:sldMk cId="2997401517" sldId="266"/>
        </pc:sldMkLst>
        <pc:spChg chg="mod">
          <ac:chgData name="Merrick Shorter" userId="977e99a41e00f348" providerId="LiveId" clId="{2735F2BF-8568-4E7F-A073-247D4A8823E0}" dt="2026-05-06T15:51:27.783" v="3183" actId="20577"/>
          <ac:spMkLst>
            <pc:docMk/>
            <pc:sldMk cId="2997401517" sldId="266"/>
            <ac:spMk id="2" creationId="{7DBDAFBD-393E-075A-BF50-BC4F3CC563DE}"/>
          </ac:spMkLst>
        </pc:spChg>
        <pc:spChg chg="mod">
          <ac:chgData name="Merrick Shorter" userId="977e99a41e00f348" providerId="LiveId" clId="{2735F2BF-8568-4E7F-A073-247D4A8823E0}" dt="2026-05-06T15:51:20.714" v="3176" actId="2711"/>
          <ac:spMkLst>
            <pc:docMk/>
            <pc:sldMk cId="2997401517" sldId="266"/>
            <ac:spMk id="3" creationId="{8D553BD2-843D-7D40-9BD9-3A3E977EC94F}"/>
          </ac:spMkLst>
        </pc:spChg>
        <pc:picChg chg="add mod ord">
          <ac:chgData name="Merrick Shorter" userId="977e99a41e00f348" providerId="LiveId" clId="{2735F2BF-8568-4E7F-A073-247D4A8823E0}" dt="2026-05-06T15:36:01.925" v="2975" actId="167"/>
          <ac:picMkLst>
            <pc:docMk/>
            <pc:sldMk cId="2997401517" sldId="266"/>
            <ac:picMk id="4" creationId="{1D66C697-9C71-34B1-C20C-C6A2269309F1}"/>
          </ac:picMkLst>
        </pc:picChg>
        <pc:picChg chg="add mod">
          <ac:chgData name="Merrick Shorter" userId="977e99a41e00f348" providerId="LiveId" clId="{2735F2BF-8568-4E7F-A073-247D4A8823E0}" dt="2026-05-06T15:44:08.919" v="3032" actId="1076"/>
          <ac:picMkLst>
            <pc:docMk/>
            <pc:sldMk cId="2997401517" sldId="266"/>
            <ac:picMk id="6" creationId="{75F47C78-C377-01D7-2479-A0B17DAB9083}"/>
          </ac:picMkLst>
        </pc:picChg>
        <pc:picChg chg="add mod">
          <ac:chgData name="Merrick Shorter" userId="977e99a41e00f348" providerId="LiveId" clId="{2735F2BF-8568-4E7F-A073-247D4A8823E0}" dt="2026-05-06T15:44:13.010" v="3034" actId="1076"/>
          <ac:picMkLst>
            <pc:docMk/>
            <pc:sldMk cId="2997401517" sldId="266"/>
            <ac:picMk id="8" creationId="{047F2B9A-F65C-2E15-4BA6-2424C17E3A4F}"/>
          </ac:picMkLst>
        </pc:picChg>
        <pc:picChg chg="add mod">
          <ac:chgData name="Merrick Shorter" userId="977e99a41e00f348" providerId="LiveId" clId="{2735F2BF-8568-4E7F-A073-247D4A8823E0}" dt="2026-05-06T15:37:07.829" v="3011" actId="1076"/>
          <ac:picMkLst>
            <pc:docMk/>
            <pc:sldMk cId="2997401517" sldId="266"/>
            <ac:picMk id="9" creationId="{90AB5843-69A4-B6CF-3469-F6045A4CDE23}"/>
          </ac:picMkLst>
        </pc:picChg>
        <pc:picChg chg="add mod">
          <ac:chgData name="Merrick Shorter" userId="977e99a41e00f348" providerId="LiveId" clId="{2735F2BF-8568-4E7F-A073-247D4A8823E0}" dt="2026-05-06T15:37:05.695" v="3010" actId="1076"/>
          <ac:picMkLst>
            <pc:docMk/>
            <pc:sldMk cId="2997401517" sldId="266"/>
            <ac:picMk id="11" creationId="{A8D1D4A0-0DFE-72B2-6527-93E12AD980D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7D05D-AE7D-49EE-BF3B-CFE30803EA5B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15E3E-9387-407D-82FC-38A33EB55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888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7D05D-AE7D-49EE-BF3B-CFE30803EA5B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15E3E-9387-407D-82FC-38A33EB55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187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7D05D-AE7D-49EE-BF3B-CFE30803EA5B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15E3E-9387-407D-82FC-38A33EB55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75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7D05D-AE7D-49EE-BF3B-CFE30803EA5B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15E3E-9387-407D-82FC-38A33EB55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85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7D05D-AE7D-49EE-BF3B-CFE30803EA5B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15E3E-9387-407D-82FC-38A33EB55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187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7D05D-AE7D-49EE-BF3B-CFE30803EA5B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15E3E-9387-407D-82FC-38A33EB55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199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7D05D-AE7D-49EE-BF3B-CFE30803EA5B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15E3E-9387-407D-82FC-38A33EB55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779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7D05D-AE7D-49EE-BF3B-CFE30803EA5B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15E3E-9387-407D-82FC-38A33EB55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207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7D05D-AE7D-49EE-BF3B-CFE30803EA5B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15E3E-9387-407D-82FC-38A33EB55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540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7D05D-AE7D-49EE-BF3B-CFE30803EA5B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15E3E-9387-407D-82FC-38A33EB55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410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7D05D-AE7D-49EE-BF3B-CFE30803EA5B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15E3E-9387-407D-82FC-38A33EB55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730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D7D05D-AE7D-49EE-BF3B-CFE30803EA5B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915E3E-9387-407D-82FC-38A33EB55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514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071A7A9-A4DF-F658-5B1D-8B973E8F0D7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1135"/>
            <a:ext cx="12192000" cy="698913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7B363DA-B749-5078-E9E9-8FBC0F1CCAC2}"/>
              </a:ext>
            </a:extLst>
          </p:cNvPr>
          <p:cNvSpPr txBox="1"/>
          <p:nvPr/>
        </p:nvSpPr>
        <p:spPr>
          <a:xfrm>
            <a:off x="3395794" y="944380"/>
            <a:ext cx="5400406" cy="399840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EFDC2B-6A68-3ACC-BA39-65DB61E15B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3753" y="330857"/>
            <a:ext cx="5204489" cy="316059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Streamlining Ancestry: A Lightweight Document</a:t>
            </a:r>
            <a:b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Processing Pipeline for Historical Document Data</a:t>
            </a:r>
            <a:b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Extraction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7B177D-F35E-81FD-7574-A0DBC1D9D7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41678" y="3826370"/>
            <a:ext cx="4508641" cy="1116414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Researcher: Merrick Shorter</a:t>
            </a:r>
          </a:p>
          <a:p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Faculty Advisor: Dr.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Nishatul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Majid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BD47C1F-7917-F0F1-B545-631FAD0EF7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7397" y="4288466"/>
            <a:ext cx="2569534" cy="256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55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0C9E514-4EBA-4EF7-BF60-4B04FE35F00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1135"/>
            <a:ext cx="12192000" cy="698913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85CF577-4107-33FC-043D-016662A84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800" dirty="0">
                <a:latin typeface="Cambria" panose="02040503050406030204" pitchFamily="18" charset="0"/>
                <a:ea typeface="Cambria" panose="02040503050406030204" pitchFamily="18" charset="0"/>
              </a:rPr>
              <a:t>Background on Historical Documents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A87F5-5A84-1D94-F9DA-1858323532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 lnSpcReduction="10000"/>
          </a:bodyPr>
          <a:lstStyle/>
          <a:p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Digitalization</a:t>
            </a:r>
          </a:p>
          <a:p>
            <a:pPr lvl="1"/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Massive Datasets</a:t>
            </a:r>
          </a:p>
          <a:p>
            <a:pPr lvl="2"/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Ancestry,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Familysearch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Solution: Indexing for easier search</a:t>
            </a:r>
          </a:p>
          <a:p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Method</a:t>
            </a:r>
          </a:p>
          <a:p>
            <a:pPr lvl="1"/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Data Extraction</a:t>
            </a:r>
          </a:p>
          <a:p>
            <a:pPr lvl="1"/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Manual takes forever</a:t>
            </a:r>
          </a:p>
          <a:p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How do we do that?</a:t>
            </a:r>
          </a:p>
          <a:p>
            <a:pPr lvl="1"/>
            <a:r>
              <a:rPr lang="en-US" sz="1800">
                <a:latin typeface="Cambria" panose="02040503050406030204" pitchFamily="18" charset="0"/>
                <a:ea typeface="Cambria" panose="02040503050406030204" pitchFamily="18" charset="0"/>
              </a:rPr>
              <a:t>Artificial 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Intelligence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41C372-54A0-1C7B-BEC1-2EBF42C45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296" y="1927441"/>
            <a:ext cx="6903720" cy="3003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1216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A17B649-C663-37FD-DC14-F1F1ADDF832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746" y="-119922"/>
            <a:ext cx="12619572" cy="71715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29F3B06-F8B5-D861-BF3E-8EB66E3A5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 dirty="0">
                <a:latin typeface="Cambria" panose="02040503050406030204" pitchFamily="18" charset="0"/>
                <a:ea typeface="Cambria" panose="02040503050406030204" pitchFamily="18" charset="0"/>
              </a:rPr>
              <a:t>Where we 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14D0F-BC9D-3D09-9A7F-7F493F869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</a:rPr>
              <a:t>Dataset</a:t>
            </a:r>
          </a:p>
          <a:p>
            <a:pPr lvl="1"/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</a:rPr>
              <a:t>Virginia Marriage Certificates October 1960</a:t>
            </a:r>
          </a:p>
          <a:p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</a:rPr>
              <a:t>Trying to detect machine printed consistent fields</a:t>
            </a:r>
          </a:p>
          <a:p>
            <a:pPr marL="0" indent="0">
              <a:buNone/>
            </a:pPr>
            <a:endParaRPr lang="en-US" sz="1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5AA95E-D7EA-0F0E-5E09-89FCC009CF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727920"/>
            <a:ext cx="6903720" cy="540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662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F0B5C6D-4586-C41B-AAA5-77DAA57D2B1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746" y="-119922"/>
            <a:ext cx="12619572" cy="71715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56BB0B-9F9B-CAC7-EC96-6CC3F9198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Cambria" panose="02040503050406030204" pitchFamily="18" charset="0"/>
                <a:ea typeface="Cambria" panose="02040503050406030204" pitchFamily="18" charset="0"/>
              </a:rPr>
              <a:t>Goals of the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CF8DB-ED27-E820-C9ED-864759584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Create a system to achieve the following</a:t>
            </a:r>
          </a:p>
          <a:p>
            <a:pPr lvl="1"/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End to end</a:t>
            </a:r>
          </a:p>
          <a:p>
            <a:pPr lvl="1"/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Accurate data extraction</a:t>
            </a:r>
          </a:p>
          <a:p>
            <a:pPr lvl="1"/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Lightweight</a:t>
            </a:r>
          </a:p>
          <a:p>
            <a:pPr lvl="1"/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Require little training data</a:t>
            </a:r>
          </a:p>
        </p:txBody>
      </p:sp>
    </p:spTree>
    <p:extLst>
      <p:ext uri="{BB962C8B-B14F-4D97-AF65-F5344CB8AC3E}">
        <p14:creationId xmlns:p14="http://schemas.microsoft.com/office/powerpoint/2010/main" val="17419326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3C3DDEE-5CE9-449D-E1EC-E84F7691A79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55229" y="-192932"/>
            <a:ext cx="22637072" cy="72438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9E9F921-24E8-308B-70A1-0EB8C751F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36F87-FF86-4D1E-586C-042C9988DD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787869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Object detection</a:t>
            </a:r>
          </a:p>
          <a:p>
            <a:pPr lvl="1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Yolov8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Offset Math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EB8D8F-B58A-13A4-E932-3BFBF4AA7C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6744" y="1444955"/>
            <a:ext cx="7058606" cy="41390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746324-BB6E-600B-1BE1-0451E4C0DF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0" t="7432" r="5154" b="2951"/>
          <a:stretch>
            <a:fillRect/>
          </a:stretch>
        </p:blipFill>
        <p:spPr>
          <a:xfrm>
            <a:off x="5231076" y="574383"/>
            <a:ext cx="6390299" cy="500960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07F2905-445B-4963-1E77-AC66A7B329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35" y="3815842"/>
            <a:ext cx="5324475" cy="284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524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D66C697-9C71-34B1-C20C-C6A2269309F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55229" y="-192932"/>
            <a:ext cx="22637072" cy="72438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DBDAFBD-393E-075A-BF50-BC4F3CC56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53BD2-843D-7D40-9BD9-3A3E977EC9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OCR</a:t>
            </a:r>
          </a:p>
          <a:p>
            <a:pPr lvl="1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EasyOCR</a:t>
            </a:r>
          </a:p>
          <a:p>
            <a:pPr lvl="1"/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/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TrOCR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8D1D4A0-0DFE-72B2-6527-93E12AD980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973" y="2638923"/>
            <a:ext cx="3010320" cy="3810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0AB5843-69A4-B6CF-3469-F6045A4CDE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973" y="3493472"/>
            <a:ext cx="2624022" cy="6796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F47C78-C377-01D7-2479-A0B17DAB90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1976" y="4283423"/>
            <a:ext cx="7944966" cy="23850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47F2B9A-F65C-2E15-4BA6-2424C17E3A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6040" y="1064449"/>
            <a:ext cx="6119331" cy="2836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4015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503BDAE-709D-7876-C974-EB532C78983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1135"/>
            <a:ext cx="12192000" cy="698913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5B8737-BBFC-CCFF-D4BC-0C547869F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4200" dirty="0">
                <a:latin typeface="Cambria" panose="02040503050406030204" pitchFamily="18" charset="0"/>
                <a:ea typeface="Cambria" panose="02040503050406030204" pitchFamily="18" charset="0"/>
              </a:rPr>
              <a:t>How to set up the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F90AC-F3E2-1833-D806-309384606C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Identify data fields that are important</a:t>
            </a:r>
          </a:p>
          <a:p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Label 20 pieces of data for training of object detection model</a:t>
            </a:r>
          </a:p>
          <a:p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Train model</a:t>
            </a:r>
          </a:p>
          <a:p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Update rules for offset math</a:t>
            </a:r>
          </a:p>
          <a:p>
            <a:endParaRPr lang="en-US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71BCCC-CC7A-F1D7-54FD-51B2FCFBD0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296" y="1254328"/>
            <a:ext cx="6903720" cy="434934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7942E01-54AA-05BC-68AC-493542C5C7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0" t="7432" r="5154" b="2951"/>
          <a:stretch>
            <a:fillRect/>
          </a:stretch>
        </p:blipFill>
        <p:spPr>
          <a:xfrm>
            <a:off x="4690872" y="639520"/>
            <a:ext cx="6390299" cy="5009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6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ABCD5D-06EE-AF85-1E0B-F64C2D7793D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1135"/>
            <a:ext cx="12192000" cy="698913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BD8A460-8859-2814-647C-92841B9AC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 dirty="0">
                <a:latin typeface="Cambria" panose="02040503050406030204" pitchFamily="18" charset="0"/>
                <a:ea typeface="Cambria" panose="02040503050406030204" pitchFamily="18" charset="0"/>
              </a:rPr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1E47A-8CA7-749A-9438-26709F7DB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Object Detection Network</a:t>
            </a:r>
          </a:p>
          <a:p>
            <a:pPr lvl="1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.995 mAP50 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OCR</a:t>
            </a:r>
          </a:p>
          <a:p>
            <a:pPr lvl="1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EasyOCR</a:t>
            </a:r>
          </a:p>
          <a:p>
            <a:pPr lvl="2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85.40% CRA</a:t>
            </a:r>
          </a:p>
          <a:p>
            <a:pPr lvl="2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58.99% WRA</a:t>
            </a:r>
          </a:p>
          <a:p>
            <a:pPr lvl="1"/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TrOCR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2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17.16% CRA</a:t>
            </a:r>
          </a:p>
          <a:p>
            <a:pPr lvl="2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3.83% WRA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B11A29-0437-1160-D6FA-3F1F74732D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6405" y="640080"/>
            <a:ext cx="5159501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3671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DD9B00-C6A5-18BD-9D44-29484654119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746" y="-119922"/>
            <a:ext cx="12619572" cy="71715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CCB7A-0AD5-544F-4A33-858AA580C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6C24B-4A56-125D-8432-F3AF3B51E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Object Detection – Great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OCR</a:t>
            </a:r>
          </a:p>
          <a:p>
            <a:pPr lvl="1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EasyOCR – Great could finetuning</a:t>
            </a:r>
          </a:p>
          <a:p>
            <a:pPr lvl="1"/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TrOCR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– Disappointing but why?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Maybe signatures are not meant to be translated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Lightweight systems not meant for cursive handwritten documents?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CF0A8F-0B03-137A-1C62-822CC1B35B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916" y="5107253"/>
            <a:ext cx="5570595" cy="9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359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59DDC82-0242-ACA5-46B5-E13E2955F26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746" y="-119922"/>
            <a:ext cx="12619572" cy="71715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C17E5F-567E-5D0E-36D1-3E64AA3A5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/>
              <a:t>Further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9CE41-FFC3-54C8-D6E6-2E7A965967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Post Processing system to clean the data to bring WRA closer to CRA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Minimal fine tuning for OCR models to learn handwriting styles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Test system on many different document types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Interface with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Familysearch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/Ancestry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F3FA22-0D63-0A0B-E0EC-FF5761BAB1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840105"/>
            <a:ext cx="6903720" cy="51777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F1611E9-A957-EE9B-6710-FD76847CE3DA}"/>
              </a:ext>
            </a:extLst>
          </p:cNvPr>
          <p:cNvSpPr txBox="1"/>
          <p:nvPr/>
        </p:nvSpPr>
        <p:spPr>
          <a:xfrm>
            <a:off x="6407452" y="6143359"/>
            <a:ext cx="4325505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Presenting my work at the </a:t>
            </a:r>
          </a:p>
          <a:p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Choose Ohio First Scholar Showcase February 2026</a:t>
            </a:r>
          </a:p>
        </p:txBody>
      </p:sp>
    </p:spTree>
    <p:extLst>
      <p:ext uri="{BB962C8B-B14F-4D97-AF65-F5344CB8AC3E}">
        <p14:creationId xmlns:p14="http://schemas.microsoft.com/office/powerpoint/2010/main" val="11463996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ADFFA-F174-618E-3B21-2117BAB5F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400" y="965580"/>
            <a:ext cx="5204489" cy="31605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Questions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A60B28-1074-7CD6-A57C-1E8C075850B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746" y="-119922"/>
            <a:ext cx="12619572" cy="7171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3776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3573</TotalTime>
  <Words>240</Words>
  <Application>Microsoft Office PowerPoint</Application>
  <PresentationFormat>Widescreen</PresentationFormat>
  <Paragraphs>62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Cambria</vt:lpstr>
      <vt:lpstr>Office Theme</vt:lpstr>
      <vt:lpstr>Streamlining Ancestry: A Lightweight Document Processing Pipeline for Historical Document Data Extraction</vt:lpstr>
      <vt:lpstr>Background on Historical Documents</vt:lpstr>
      <vt:lpstr>Where we are</vt:lpstr>
      <vt:lpstr>Goals of the research</vt:lpstr>
      <vt:lpstr>Framework</vt:lpstr>
      <vt:lpstr>Framework</vt:lpstr>
      <vt:lpstr>How to set up the system</vt:lpstr>
      <vt:lpstr>Results</vt:lpstr>
      <vt:lpstr>Discussion</vt:lpstr>
      <vt:lpstr>Further research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Merrick Shorter</dc:creator>
  <cp:lastModifiedBy>Merrick Shorter</cp:lastModifiedBy>
  <cp:revision>1</cp:revision>
  <dcterms:created xsi:type="dcterms:W3CDTF">2026-04-22T22:40:44Z</dcterms:created>
  <dcterms:modified xsi:type="dcterms:W3CDTF">2026-05-07T17:53:43Z</dcterms:modified>
</cp:coreProperties>
</file>